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92" r:id="rId3"/>
    <p:sldId id="291" r:id="rId4"/>
    <p:sldId id="29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F931"/>
    <a:srgbClr val="58E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18"/>
    <p:restoredTop sz="95701"/>
  </p:normalViewPr>
  <p:slideViewPr>
    <p:cSldViewPr snapToGrid="0" snapToObjects="1">
      <p:cViewPr varScale="1">
        <p:scale>
          <a:sx n="113" d="100"/>
          <a:sy n="113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0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3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7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2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4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2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8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8/13/24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FE6C51-FFDA-1B4D-A499-FF8277F7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9D572B-B3ED-904F-9CD5-AAFE070052F0}"/>
              </a:ext>
            </a:extLst>
          </p:cNvPr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HIRING PLAN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D6F3D-0AB0-5342-85F1-6C95F1F7360B}"/>
              </a:ext>
            </a:extLst>
          </p:cNvPr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June 2024</a:t>
            </a:r>
          </a:p>
        </p:txBody>
      </p:sp>
    </p:spTree>
    <p:extLst>
      <p:ext uri="{BB962C8B-B14F-4D97-AF65-F5344CB8AC3E}">
        <p14:creationId xmlns:p14="http://schemas.microsoft.com/office/powerpoint/2010/main" val="354311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F62D6C-BB03-9885-2E04-EFBF4287AB2C}"/>
              </a:ext>
            </a:extLst>
          </p:cNvPr>
          <p:cNvSpPr txBox="1"/>
          <p:nvPr/>
        </p:nvSpPr>
        <p:spPr>
          <a:xfrm>
            <a:off x="806841" y="1925608"/>
            <a:ext cx="6665676" cy="311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There will be a hiring team setup, comprised of the Managing Director along with members from IHS Towers. The team’s role is to manage the logistics of the process- which includes, outreach planning, time-lining, team development, and crafting job announcements. The team will continue to build our hiring systems that will support future processes. Position openings will be announced in two waves – First phase for Management staff and the Second phase for Junior staff.</a:t>
            </a:r>
          </a:p>
          <a:p>
            <a:pPr algn="just">
              <a:lnSpc>
                <a:spcPct val="150000"/>
              </a:lnSpc>
            </a:pPr>
            <a:endParaRPr lang="en-US" sz="1200" dirty="0">
              <a:latin typeface="Avenir Book" panose="02000503020000020003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The first phase will bring on board two critical roles first – Admin &amp; HR Manager and Community Manager, who will be part of the hiring team for the other roles.</a:t>
            </a:r>
          </a:p>
          <a:p>
            <a:pPr algn="just">
              <a:lnSpc>
                <a:spcPct val="150000"/>
              </a:lnSpc>
            </a:pPr>
            <a:endParaRPr lang="en-US" sz="1200" dirty="0">
              <a:latin typeface="Avenir Book" panose="02000503020000020003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We suggest engaging an HR Consulting Firm to structure and execute the hiring process.</a:t>
            </a:r>
          </a:p>
        </p:txBody>
      </p:sp>
    </p:spTree>
    <p:extLst>
      <p:ext uri="{BB962C8B-B14F-4D97-AF65-F5344CB8AC3E}">
        <p14:creationId xmlns:p14="http://schemas.microsoft.com/office/powerpoint/2010/main" val="183685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Positions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3FF516-BD87-677D-6BD6-FFE21C7F382A}"/>
              </a:ext>
            </a:extLst>
          </p:cNvPr>
          <p:cNvSpPr txBox="1"/>
          <p:nvPr/>
        </p:nvSpPr>
        <p:spPr>
          <a:xfrm>
            <a:off x="538617" y="1699466"/>
            <a:ext cx="7097217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Managing Director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872998-AFB3-F835-B1C8-DB87248BAFDF}"/>
              </a:ext>
            </a:extLst>
          </p:cNvPr>
          <p:cNvSpPr txBox="1"/>
          <p:nvPr/>
        </p:nvSpPr>
        <p:spPr>
          <a:xfrm>
            <a:off x="538618" y="1266415"/>
            <a:ext cx="4734839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Senior Positions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47C5D8-B22C-EDBA-4900-D4F27BF25895}"/>
              </a:ext>
            </a:extLst>
          </p:cNvPr>
          <p:cNvSpPr txBox="1"/>
          <p:nvPr/>
        </p:nvSpPr>
        <p:spPr>
          <a:xfrm>
            <a:off x="538618" y="2768910"/>
            <a:ext cx="3512522" cy="2649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Admin &amp; HR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Facility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Community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Marketing &amp; PR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Accounts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Avenir Book" panose="02000503020000020003" pitchFamily="2" charset="0"/>
              </a:rPr>
              <a:t>IT Manager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endParaRPr lang="en-US" sz="1400" dirty="0">
              <a:latin typeface="Avenir Book" panose="02000503020000020003" pitchFamily="2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69AC8E-5974-9C5D-9431-BBEE78739F9A}"/>
              </a:ext>
            </a:extLst>
          </p:cNvPr>
          <p:cNvSpPr txBox="1"/>
          <p:nvPr/>
        </p:nvSpPr>
        <p:spPr>
          <a:xfrm>
            <a:off x="538618" y="2335859"/>
            <a:ext cx="4734839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Mid-Level Management Positions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0E676E-6EE9-81D5-693D-FDF780C33BE8}"/>
              </a:ext>
            </a:extLst>
          </p:cNvPr>
          <p:cNvSpPr txBox="1"/>
          <p:nvPr/>
        </p:nvSpPr>
        <p:spPr>
          <a:xfrm>
            <a:off x="4621756" y="1699466"/>
            <a:ext cx="3662993" cy="329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Training &amp; Talent Officer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Front Desk Officer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Graphic Designer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Social Media Officer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Content Officer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IT Support Officers x2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Legal Officer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Maintenance Officers x4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venir Book" panose="02000503020000020003" pitchFamily="2" charset="0"/>
              </a:rPr>
              <a:t>Driver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4F53D6-98EB-CBE3-13E8-CB931B76A6E2}"/>
              </a:ext>
            </a:extLst>
          </p:cNvPr>
          <p:cNvSpPr txBox="1"/>
          <p:nvPr/>
        </p:nvSpPr>
        <p:spPr>
          <a:xfrm>
            <a:off x="4621757" y="1266415"/>
            <a:ext cx="2829615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Junior Positions</a:t>
            </a:r>
          </a:p>
        </p:txBody>
      </p:sp>
    </p:spTree>
    <p:extLst>
      <p:ext uri="{BB962C8B-B14F-4D97-AF65-F5344CB8AC3E}">
        <p14:creationId xmlns:p14="http://schemas.microsoft.com/office/powerpoint/2010/main" val="21731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469859-87CA-4C06-AF2D-90E444E9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414016"/>
            <a:ext cx="4229100" cy="20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0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102792</TotalTime>
  <Words>187</Words>
  <Application>Microsoft Macintosh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177</cp:revision>
  <dcterms:created xsi:type="dcterms:W3CDTF">2020-11-24T00:12:57Z</dcterms:created>
  <dcterms:modified xsi:type="dcterms:W3CDTF">2024-08-13T11:09:34Z</dcterms:modified>
</cp:coreProperties>
</file>