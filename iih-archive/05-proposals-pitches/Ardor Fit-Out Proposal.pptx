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C773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24"/>
  </p:normalViewPr>
  <p:slideViewPr>
    <p:cSldViewPr snapToGrid="0" snapToObjects="1">
      <p:cViewPr varScale="1">
        <p:scale>
          <a:sx n="111" d="100"/>
          <a:sy n="111" d="100"/>
        </p:scale>
        <p:origin x="632"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8DC3C6-1BB3-934A-BA4E-13FC113899D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12D3452-DC38-074C-9BEB-F83E9C14183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7AB1C79-2A40-5A4B-B488-3AC59B3B3D52}"/>
              </a:ext>
            </a:extLst>
          </p:cNvPr>
          <p:cNvSpPr>
            <a:spLocks noGrp="1"/>
          </p:cNvSpPr>
          <p:nvPr>
            <p:ph type="dt" sz="half" idx="10"/>
          </p:nvPr>
        </p:nvSpPr>
        <p:spPr/>
        <p:txBody>
          <a:bodyPr/>
          <a:lstStyle/>
          <a:p>
            <a:fld id="{DD0B944A-2E03-144A-B3B8-30AD0BF40BAF}" type="datetimeFigureOut">
              <a:rPr lang="en-US" smtClean="0"/>
              <a:t>2/16/22</a:t>
            </a:fld>
            <a:endParaRPr lang="en-US"/>
          </a:p>
        </p:txBody>
      </p:sp>
      <p:sp>
        <p:nvSpPr>
          <p:cNvPr id="5" name="Footer Placeholder 4">
            <a:extLst>
              <a:ext uri="{FF2B5EF4-FFF2-40B4-BE49-F238E27FC236}">
                <a16:creationId xmlns:a16="http://schemas.microsoft.com/office/drawing/2014/main" id="{2B2D4D01-A60B-3B4E-995B-CA8AC209B3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E0F1D3-696E-5E4D-9423-E7DD03F5A4B5}"/>
              </a:ext>
            </a:extLst>
          </p:cNvPr>
          <p:cNvSpPr>
            <a:spLocks noGrp="1"/>
          </p:cNvSpPr>
          <p:nvPr>
            <p:ph type="sldNum" sz="quarter" idx="12"/>
          </p:nvPr>
        </p:nvSpPr>
        <p:spPr/>
        <p:txBody>
          <a:bodyPr/>
          <a:lstStyle/>
          <a:p>
            <a:fld id="{715DEC36-1F40-7C4E-B9C9-A0BF66958BED}" type="slidenum">
              <a:rPr lang="en-US" smtClean="0"/>
              <a:t>‹#›</a:t>
            </a:fld>
            <a:endParaRPr lang="en-US"/>
          </a:p>
        </p:txBody>
      </p:sp>
    </p:spTree>
    <p:extLst>
      <p:ext uri="{BB962C8B-B14F-4D97-AF65-F5344CB8AC3E}">
        <p14:creationId xmlns:p14="http://schemas.microsoft.com/office/powerpoint/2010/main" val="41527532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4478A-4221-C04B-A9DD-9BE3A829828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090F775-264C-9E4E-AED7-8299B95A2D1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8F8E672-FDC5-4F4F-97A5-B58796427693}"/>
              </a:ext>
            </a:extLst>
          </p:cNvPr>
          <p:cNvSpPr>
            <a:spLocks noGrp="1"/>
          </p:cNvSpPr>
          <p:nvPr>
            <p:ph type="dt" sz="half" idx="10"/>
          </p:nvPr>
        </p:nvSpPr>
        <p:spPr/>
        <p:txBody>
          <a:bodyPr/>
          <a:lstStyle/>
          <a:p>
            <a:fld id="{DD0B944A-2E03-144A-B3B8-30AD0BF40BAF}" type="datetimeFigureOut">
              <a:rPr lang="en-US" smtClean="0"/>
              <a:t>2/16/22</a:t>
            </a:fld>
            <a:endParaRPr lang="en-US"/>
          </a:p>
        </p:txBody>
      </p:sp>
      <p:sp>
        <p:nvSpPr>
          <p:cNvPr id="5" name="Footer Placeholder 4">
            <a:extLst>
              <a:ext uri="{FF2B5EF4-FFF2-40B4-BE49-F238E27FC236}">
                <a16:creationId xmlns:a16="http://schemas.microsoft.com/office/drawing/2014/main" id="{E7ACC937-029C-DA49-B74B-56C36AA4BD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4D7E76-C6E7-DB4E-A4CD-206840092522}"/>
              </a:ext>
            </a:extLst>
          </p:cNvPr>
          <p:cNvSpPr>
            <a:spLocks noGrp="1"/>
          </p:cNvSpPr>
          <p:nvPr>
            <p:ph type="sldNum" sz="quarter" idx="12"/>
          </p:nvPr>
        </p:nvSpPr>
        <p:spPr/>
        <p:txBody>
          <a:bodyPr/>
          <a:lstStyle/>
          <a:p>
            <a:fld id="{715DEC36-1F40-7C4E-B9C9-A0BF66958BED}" type="slidenum">
              <a:rPr lang="en-US" smtClean="0"/>
              <a:t>‹#›</a:t>
            </a:fld>
            <a:endParaRPr lang="en-US"/>
          </a:p>
        </p:txBody>
      </p:sp>
    </p:spTree>
    <p:extLst>
      <p:ext uri="{BB962C8B-B14F-4D97-AF65-F5344CB8AC3E}">
        <p14:creationId xmlns:p14="http://schemas.microsoft.com/office/powerpoint/2010/main" val="2388120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F3F01-90F0-9B46-98FE-A294806ADBC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22E32DD-FFE7-BD48-9E61-06DA0CDA685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262F84C-D1A2-964A-BB8A-23E54D36E369}"/>
              </a:ext>
            </a:extLst>
          </p:cNvPr>
          <p:cNvSpPr>
            <a:spLocks noGrp="1"/>
          </p:cNvSpPr>
          <p:nvPr>
            <p:ph type="dt" sz="half" idx="10"/>
          </p:nvPr>
        </p:nvSpPr>
        <p:spPr/>
        <p:txBody>
          <a:bodyPr/>
          <a:lstStyle/>
          <a:p>
            <a:fld id="{DD0B944A-2E03-144A-B3B8-30AD0BF40BAF}" type="datetimeFigureOut">
              <a:rPr lang="en-US" smtClean="0"/>
              <a:t>2/16/22</a:t>
            </a:fld>
            <a:endParaRPr lang="en-US"/>
          </a:p>
        </p:txBody>
      </p:sp>
      <p:sp>
        <p:nvSpPr>
          <p:cNvPr id="5" name="Footer Placeholder 4">
            <a:extLst>
              <a:ext uri="{FF2B5EF4-FFF2-40B4-BE49-F238E27FC236}">
                <a16:creationId xmlns:a16="http://schemas.microsoft.com/office/drawing/2014/main" id="{84296C5E-B5DC-3D42-AD7D-66D2C4385A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922B58-DF0A-FB42-A888-EEE15EF67FE5}"/>
              </a:ext>
            </a:extLst>
          </p:cNvPr>
          <p:cNvSpPr>
            <a:spLocks noGrp="1"/>
          </p:cNvSpPr>
          <p:nvPr>
            <p:ph type="sldNum" sz="quarter" idx="12"/>
          </p:nvPr>
        </p:nvSpPr>
        <p:spPr/>
        <p:txBody>
          <a:bodyPr/>
          <a:lstStyle/>
          <a:p>
            <a:fld id="{715DEC36-1F40-7C4E-B9C9-A0BF66958BED}" type="slidenum">
              <a:rPr lang="en-US" smtClean="0"/>
              <a:t>‹#›</a:t>
            </a:fld>
            <a:endParaRPr lang="en-US"/>
          </a:p>
        </p:txBody>
      </p:sp>
    </p:spTree>
    <p:extLst>
      <p:ext uri="{BB962C8B-B14F-4D97-AF65-F5344CB8AC3E}">
        <p14:creationId xmlns:p14="http://schemas.microsoft.com/office/powerpoint/2010/main" val="32896647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5C7FC-AB22-1245-995B-F641BB6925A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DA13741-E8D1-7843-B4B6-9120B279A44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9613830-9B9B-6F46-BC3B-707E76D32D5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85DC324-E59B-3A40-B8BF-B2AEA8B742F4}"/>
              </a:ext>
            </a:extLst>
          </p:cNvPr>
          <p:cNvSpPr>
            <a:spLocks noGrp="1"/>
          </p:cNvSpPr>
          <p:nvPr>
            <p:ph type="dt" sz="half" idx="10"/>
          </p:nvPr>
        </p:nvSpPr>
        <p:spPr/>
        <p:txBody>
          <a:bodyPr/>
          <a:lstStyle/>
          <a:p>
            <a:fld id="{DD0B944A-2E03-144A-B3B8-30AD0BF40BAF}" type="datetimeFigureOut">
              <a:rPr lang="en-US" smtClean="0"/>
              <a:t>2/16/22</a:t>
            </a:fld>
            <a:endParaRPr lang="en-US"/>
          </a:p>
        </p:txBody>
      </p:sp>
      <p:sp>
        <p:nvSpPr>
          <p:cNvPr id="6" name="Footer Placeholder 5">
            <a:extLst>
              <a:ext uri="{FF2B5EF4-FFF2-40B4-BE49-F238E27FC236}">
                <a16:creationId xmlns:a16="http://schemas.microsoft.com/office/drawing/2014/main" id="{CFD6689F-EBEA-0E40-9753-75C5130FA1C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C52E46D-4F0D-EC47-8EC4-B50F83FB5DC6}"/>
              </a:ext>
            </a:extLst>
          </p:cNvPr>
          <p:cNvSpPr>
            <a:spLocks noGrp="1"/>
          </p:cNvSpPr>
          <p:nvPr>
            <p:ph type="sldNum" sz="quarter" idx="12"/>
          </p:nvPr>
        </p:nvSpPr>
        <p:spPr/>
        <p:txBody>
          <a:bodyPr/>
          <a:lstStyle/>
          <a:p>
            <a:fld id="{715DEC36-1F40-7C4E-B9C9-A0BF66958BED}" type="slidenum">
              <a:rPr lang="en-US" smtClean="0"/>
              <a:t>‹#›</a:t>
            </a:fld>
            <a:endParaRPr lang="en-US"/>
          </a:p>
        </p:txBody>
      </p:sp>
    </p:spTree>
    <p:extLst>
      <p:ext uri="{BB962C8B-B14F-4D97-AF65-F5344CB8AC3E}">
        <p14:creationId xmlns:p14="http://schemas.microsoft.com/office/powerpoint/2010/main" val="15190196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03CBC-E690-3A47-869C-9011C66D3AF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B5D5D78-D7DE-9344-8599-BB470EA391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9B0772E-24CF-A445-A3D2-C78730AE0A2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8A99ECF-1373-674B-A502-84D0AC385E0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DFA719A-E897-F541-93C5-C9CFD93EEEC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C0B15F0-DCDA-6543-98D7-1A0A93D07BD6}"/>
              </a:ext>
            </a:extLst>
          </p:cNvPr>
          <p:cNvSpPr>
            <a:spLocks noGrp="1"/>
          </p:cNvSpPr>
          <p:nvPr>
            <p:ph type="dt" sz="half" idx="10"/>
          </p:nvPr>
        </p:nvSpPr>
        <p:spPr/>
        <p:txBody>
          <a:bodyPr/>
          <a:lstStyle/>
          <a:p>
            <a:fld id="{DD0B944A-2E03-144A-B3B8-30AD0BF40BAF}" type="datetimeFigureOut">
              <a:rPr lang="en-US" smtClean="0"/>
              <a:t>2/16/22</a:t>
            </a:fld>
            <a:endParaRPr lang="en-US"/>
          </a:p>
        </p:txBody>
      </p:sp>
      <p:sp>
        <p:nvSpPr>
          <p:cNvPr id="8" name="Footer Placeholder 7">
            <a:extLst>
              <a:ext uri="{FF2B5EF4-FFF2-40B4-BE49-F238E27FC236}">
                <a16:creationId xmlns:a16="http://schemas.microsoft.com/office/drawing/2014/main" id="{03D7CBBD-F81F-E645-9774-D22FEB386E6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D2482CA-FB97-2149-9385-411E2D8EAFBD}"/>
              </a:ext>
            </a:extLst>
          </p:cNvPr>
          <p:cNvSpPr>
            <a:spLocks noGrp="1"/>
          </p:cNvSpPr>
          <p:nvPr>
            <p:ph type="sldNum" sz="quarter" idx="12"/>
          </p:nvPr>
        </p:nvSpPr>
        <p:spPr/>
        <p:txBody>
          <a:bodyPr/>
          <a:lstStyle/>
          <a:p>
            <a:fld id="{715DEC36-1F40-7C4E-B9C9-A0BF66958BED}" type="slidenum">
              <a:rPr lang="en-US" smtClean="0"/>
              <a:t>‹#›</a:t>
            </a:fld>
            <a:endParaRPr lang="en-US"/>
          </a:p>
        </p:txBody>
      </p:sp>
    </p:spTree>
    <p:extLst>
      <p:ext uri="{BB962C8B-B14F-4D97-AF65-F5344CB8AC3E}">
        <p14:creationId xmlns:p14="http://schemas.microsoft.com/office/powerpoint/2010/main" val="36072119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68672-6084-6B46-B789-F6A2F3EAF46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FB85308-5026-DE4C-8510-75431A2F6F6A}"/>
              </a:ext>
            </a:extLst>
          </p:cNvPr>
          <p:cNvSpPr>
            <a:spLocks noGrp="1"/>
          </p:cNvSpPr>
          <p:nvPr>
            <p:ph type="dt" sz="half" idx="10"/>
          </p:nvPr>
        </p:nvSpPr>
        <p:spPr/>
        <p:txBody>
          <a:bodyPr/>
          <a:lstStyle/>
          <a:p>
            <a:fld id="{DD0B944A-2E03-144A-B3B8-30AD0BF40BAF}" type="datetimeFigureOut">
              <a:rPr lang="en-US" smtClean="0"/>
              <a:t>2/16/22</a:t>
            </a:fld>
            <a:endParaRPr lang="en-US"/>
          </a:p>
        </p:txBody>
      </p:sp>
      <p:sp>
        <p:nvSpPr>
          <p:cNvPr id="4" name="Footer Placeholder 3">
            <a:extLst>
              <a:ext uri="{FF2B5EF4-FFF2-40B4-BE49-F238E27FC236}">
                <a16:creationId xmlns:a16="http://schemas.microsoft.com/office/drawing/2014/main" id="{1C191A38-4BA1-AA49-9AD4-89641D19F0F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669C666-AE1F-1845-B36D-F2932ABC3458}"/>
              </a:ext>
            </a:extLst>
          </p:cNvPr>
          <p:cNvSpPr>
            <a:spLocks noGrp="1"/>
          </p:cNvSpPr>
          <p:nvPr>
            <p:ph type="sldNum" sz="quarter" idx="12"/>
          </p:nvPr>
        </p:nvSpPr>
        <p:spPr/>
        <p:txBody>
          <a:bodyPr/>
          <a:lstStyle/>
          <a:p>
            <a:fld id="{715DEC36-1F40-7C4E-B9C9-A0BF66958BED}" type="slidenum">
              <a:rPr lang="en-US" smtClean="0"/>
              <a:t>‹#›</a:t>
            </a:fld>
            <a:endParaRPr lang="en-US"/>
          </a:p>
        </p:txBody>
      </p:sp>
    </p:spTree>
    <p:extLst>
      <p:ext uri="{BB962C8B-B14F-4D97-AF65-F5344CB8AC3E}">
        <p14:creationId xmlns:p14="http://schemas.microsoft.com/office/powerpoint/2010/main" val="7723197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F831FE7-C90D-7F4E-8C3C-7D01FC43CB8A}"/>
              </a:ext>
            </a:extLst>
          </p:cNvPr>
          <p:cNvSpPr>
            <a:spLocks noGrp="1"/>
          </p:cNvSpPr>
          <p:nvPr>
            <p:ph type="dt" sz="half" idx="10"/>
          </p:nvPr>
        </p:nvSpPr>
        <p:spPr/>
        <p:txBody>
          <a:bodyPr/>
          <a:lstStyle/>
          <a:p>
            <a:fld id="{DD0B944A-2E03-144A-B3B8-30AD0BF40BAF}" type="datetimeFigureOut">
              <a:rPr lang="en-US" smtClean="0"/>
              <a:t>2/16/22</a:t>
            </a:fld>
            <a:endParaRPr lang="en-US"/>
          </a:p>
        </p:txBody>
      </p:sp>
      <p:sp>
        <p:nvSpPr>
          <p:cNvPr id="3" name="Footer Placeholder 2">
            <a:extLst>
              <a:ext uri="{FF2B5EF4-FFF2-40B4-BE49-F238E27FC236}">
                <a16:creationId xmlns:a16="http://schemas.microsoft.com/office/drawing/2014/main" id="{A3CCB509-0128-1644-A993-4B41AE8349D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F7ECEF5-0FFB-D54D-BCE0-269FA3AEDDE8}"/>
              </a:ext>
            </a:extLst>
          </p:cNvPr>
          <p:cNvSpPr>
            <a:spLocks noGrp="1"/>
          </p:cNvSpPr>
          <p:nvPr>
            <p:ph type="sldNum" sz="quarter" idx="12"/>
          </p:nvPr>
        </p:nvSpPr>
        <p:spPr/>
        <p:txBody>
          <a:bodyPr/>
          <a:lstStyle/>
          <a:p>
            <a:fld id="{715DEC36-1F40-7C4E-B9C9-A0BF66958BED}" type="slidenum">
              <a:rPr lang="en-US" smtClean="0"/>
              <a:t>‹#›</a:t>
            </a:fld>
            <a:endParaRPr lang="en-US"/>
          </a:p>
        </p:txBody>
      </p:sp>
    </p:spTree>
    <p:extLst>
      <p:ext uri="{BB962C8B-B14F-4D97-AF65-F5344CB8AC3E}">
        <p14:creationId xmlns:p14="http://schemas.microsoft.com/office/powerpoint/2010/main" val="31780142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EB768-3B87-E84A-9279-59472129B4F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A55132-BF50-AE44-956C-82F8AEDD66E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E9C9881-76FC-7948-9FAD-41C2A86B2D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00918C-49EC-8D4A-BAD2-E2DA27430678}"/>
              </a:ext>
            </a:extLst>
          </p:cNvPr>
          <p:cNvSpPr>
            <a:spLocks noGrp="1"/>
          </p:cNvSpPr>
          <p:nvPr>
            <p:ph type="dt" sz="half" idx="10"/>
          </p:nvPr>
        </p:nvSpPr>
        <p:spPr/>
        <p:txBody>
          <a:bodyPr/>
          <a:lstStyle/>
          <a:p>
            <a:fld id="{DD0B944A-2E03-144A-B3B8-30AD0BF40BAF}" type="datetimeFigureOut">
              <a:rPr lang="en-US" smtClean="0"/>
              <a:t>2/16/22</a:t>
            </a:fld>
            <a:endParaRPr lang="en-US"/>
          </a:p>
        </p:txBody>
      </p:sp>
      <p:sp>
        <p:nvSpPr>
          <p:cNvPr id="6" name="Footer Placeholder 5">
            <a:extLst>
              <a:ext uri="{FF2B5EF4-FFF2-40B4-BE49-F238E27FC236}">
                <a16:creationId xmlns:a16="http://schemas.microsoft.com/office/drawing/2014/main" id="{BB79B346-1074-6946-B01D-A4726B618C9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28399A3-4E0F-FF49-B10D-DC80ED63DAA5}"/>
              </a:ext>
            </a:extLst>
          </p:cNvPr>
          <p:cNvSpPr>
            <a:spLocks noGrp="1"/>
          </p:cNvSpPr>
          <p:nvPr>
            <p:ph type="sldNum" sz="quarter" idx="12"/>
          </p:nvPr>
        </p:nvSpPr>
        <p:spPr/>
        <p:txBody>
          <a:bodyPr/>
          <a:lstStyle/>
          <a:p>
            <a:fld id="{715DEC36-1F40-7C4E-B9C9-A0BF66958BED}" type="slidenum">
              <a:rPr lang="en-US" smtClean="0"/>
              <a:t>‹#›</a:t>
            </a:fld>
            <a:endParaRPr lang="en-US"/>
          </a:p>
        </p:txBody>
      </p:sp>
    </p:spTree>
    <p:extLst>
      <p:ext uri="{BB962C8B-B14F-4D97-AF65-F5344CB8AC3E}">
        <p14:creationId xmlns:p14="http://schemas.microsoft.com/office/powerpoint/2010/main" val="23446813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31DBC-D8DC-F341-8CB5-8BC68BB6AB4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2E3B617-A4E6-E34B-9EAE-6DA38FBF5AF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1193419-EBC5-1446-84E5-15BB51F8F0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179838-1B89-0846-BD24-1E6332993D9F}"/>
              </a:ext>
            </a:extLst>
          </p:cNvPr>
          <p:cNvSpPr>
            <a:spLocks noGrp="1"/>
          </p:cNvSpPr>
          <p:nvPr>
            <p:ph type="dt" sz="half" idx="10"/>
          </p:nvPr>
        </p:nvSpPr>
        <p:spPr/>
        <p:txBody>
          <a:bodyPr/>
          <a:lstStyle/>
          <a:p>
            <a:fld id="{DD0B944A-2E03-144A-B3B8-30AD0BF40BAF}" type="datetimeFigureOut">
              <a:rPr lang="en-US" smtClean="0"/>
              <a:t>2/16/22</a:t>
            </a:fld>
            <a:endParaRPr lang="en-US"/>
          </a:p>
        </p:txBody>
      </p:sp>
      <p:sp>
        <p:nvSpPr>
          <p:cNvPr id="6" name="Footer Placeholder 5">
            <a:extLst>
              <a:ext uri="{FF2B5EF4-FFF2-40B4-BE49-F238E27FC236}">
                <a16:creationId xmlns:a16="http://schemas.microsoft.com/office/drawing/2014/main" id="{6F956ED5-C458-9B46-8DA5-1659FA9D0A0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8FCE673-72FE-8A4F-B00C-3A2676872CFA}"/>
              </a:ext>
            </a:extLst>
          </p:cNvPr>
          <p:cNvSpPr>
            <a:spLocks noGrp="1"/>
          </p:cNvSpPr>
          <p:nvPr>
            <p:ph type="sldNum" sz="quarter" idx="12"/>
          </p:nvPr>
        </p:nvSpPr>
        <p:spPr/>
        <p:txBody>
          <a:bodyPr/>
          <a:lstStyle/>
          <a:p>
            <a:fld id="{715DEC36-1F40-7C4E-B9C9-A0BF66958BED}" type="slidenum">
              <a:rPr lang="en-US" smtClean="0"/>
              <a:t>‹#›</a:t>
            </a:fld>
            <a:endParaRPr lang="en-US"/>
          </a:p>
        </p:txBody>
      </p:sp>
    </p:spTree>
    <p:extLst>
      <p:ext uri="{BB962C8B-B14F-4D97-AF65-F5344CB8AC3E}">
        <p14:creationId xmlns:p14="http://schemas.microsoft.com/office/powerpoint/2010/main" val="19797531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7FCB0-3B7A-8543-8528-C0581546D9E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355C69E-F7F9-BA43-AC2B-CE4DAE99721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A4A5C9-8C1C-7349-9F56-7DB6C9A32948}"/>
              </a:ext>
            </a:extLst>
          </p:cNvPr>
          <p:cNvSpPr>
            <a:spLocks noGrp="1"/>
          </p:cNvSpPr>
          <p:nvPr>
            <p:ph type="dt" sz="half" idx="10"/>
          </p:nvPr>
        </p:nvSpPr>
        <p:spPr/>
        <p:txBody>
          <a:bodyPr/>
          <a:lstStyle/>
          <a:p>
            <a:fld id="{DD0B944A-2E03-144A-B3B8-30AD0BF40BAF}" type="datetimeFigureOut">
              <a:rPr lang="en-US" smtClean="0"/>
              <a:t>2/16/22</a:t>
            </a:fld>
            <a:endParaRPr lang="en-US"/>
          </a:p>
        </p:txBody>
      </p:sp>
      <p:sp>
        <p:nvSpPr>
          <p:cNvPr id="5" name="Footer Placeholder 4">
            <a:extLst>
              <a:ext uri="{FF2B5EF4-FFF2-40B4-BE49-F238E27FC236}">
                <a16:creationId xmlns:a16="http://schemas.microsoft.com/office/drawing/2014/main" id="{3A31DD88-55FB-A244-9D4C-1FDA4FB24E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8FF239-F470-7D46-8893-9EEBEDB2272D}"/>
              </a:ext>
            </a:extLst>
          </p:cNvPr>
          <p:cNvSpPr>
            <a:spLocks noGrp="1"/>
          </p:cNvSpPr>
          <p:nvPr>
            <p:ph type="sldNum" sz="quarter" idx="12"/>
          </p:nvPr>
        </p:nvSpPr>
        <p:spPr/>
        <p:txBody>
          <a:bodyPr/>
          <a:lstStyle/>
          <a:p>
            <a:fld id="{715DEC36-1F40-7C4E-B9C9-A0BF66958BED}" type="slidenum">
              <a:rPr lang="en-US" smtClean="0"/>
              <a:t>‹#›</a:t>
            </a:fld>
            <a:endParaRPr lang="en-US"/>
          </a:p>
        </p:txBody>
      </p:sp>
    </p:spTree>
    <p:extLst>
      <p:ext uri="{BB962C8B-B14F-4D97-AF65-F5344CB8AC3E}">
        <p14:creationId xmlns:p14="http://schemas.microsoft.com/office/powerpoint/2010/main" val="7224902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C0FA241-88C4-A945-B1FB-70BF279E7CD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C4DC7CC-8CA1-BD47-AFC5-D27666EEAB2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4F0ACB4-C63D-A243-9910-8E0DAD29BB4C}"/>
              </a:ext>
            </a:extLst>
          </p:cNvPr>
          <p:cNvSpPr>
            <a:spLocks noGrp="1"/>
          </p:cNvSpPr>
          <p:nvPr>
            <p:ph type="dt" sz="half" idx="10"/>
          </p:nvPr>
        </p:nvSpPr>
        <p:spPr/>
        <p:txBody>
          <a:bodyPr/>
          <a:lstStyle/>
          <a:p>
            <a:fld id="{DD0B944A-2E03-144A-B3B8-30AD0BF40BAF}" type="datetimeFigureOut">
              <a:rPr lang="en-US" smtClean="0"/>
              <a:t>2/16/22</a:t>
            </a:fld>
            <a:endParaRPr lang="en-US"/>
          </a:p>
        </p:txBody>
      </p:sp>
      <p:sp>
        <p:nvSpPr>
          <p:cNvPr id="5" name="Footer Placeholder 4">
            <a:extLst>
              <a:ext uri="{FF2B5EF4-FFF2-40B4-BE49-F238E27FC236}">
                <a16:creationId xmlns:a16="http://schemas.microsoft.com/office/drawing/2014/main" id="{B8298C71-BE64-6D49-B42C-BD840A8DDB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8EA107-A026-EC4D-BEB4-497A2BE99647}"/>
              </a:ext>
            </a:extLst>
          </p:cNvPr>
          <p:cNvSpPr>
            <a:spLocks noGrp="1"/>
          </p:cNvSpPr>
          <p:nvPr>
            <p:ph type="sldNum" sz="quarter" idx="12"/>
          </p:nvPr>
        </p:nvSpPr>
        <p:spPr/>
        <p:txBody>
          <a:bodyPr/>
          <a:lstStyle/>
          <a:p>
            <a:fld id="{715DEC36-1F40-7C4E-B9C9-A0BF66958BED}" type="slidenum">
              <a:rPr lang="en-US" smtClean="0"/>
              <a:t>‹#›</a:t>
            </a:fld>
            <a:endParaRPr lang="en-US"/>
          </a:p>
        </p:txBody>
      </p:sp>
    </p:spTree>
    <p:extLst>
      <p:ext uri="{BB962C8B-B14F-4D97-AF65-F5344CB8AC3E}">
        <p14:creationId xmlns:p14="http://schemas.microsoft.com/office/powerpoint/2010/main" val="3392971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4A9C2E-2FBE-9543-B4DE-D5D55C1FC9B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55903FF-374A-EE45-AEAD-5600D3752D4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49D9BE-F018-6043-BA51-95FB00175F4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D0B944A-2E03-144A-B3B8-30AD0BF40BAF}" type="datetimeFigureOut">
              <a:rPr lang="en-US" smtClean="0"/>
              <a:t>2/16/22</a:t>
            </a:fld>
            <a:endParaRPr lang="en-US"/>
          </a:p>
        </p:txBody>
      </p:sp>
      <p:sp>
        <p:nvSpPr>
          <p:cNvPr id="5" name="Footer Placeholder 4">
            <a:extLst>
              <a:ext uri="{FF2B5EF4-FFF2-40B4-BE49-F238E27FC236}">
                <a16:creationId xmlns:a16="http://schemas.microsoft.com/office/drawing/2014/main" id="{CAAB205C-53DE-CC4D-8E43-EF8568BB836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C5A83DC-FAB3-4847-A24F-72B7116715C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15DEC36-1F40-7C4E-B9C9-A0BF66958BED}" type="slidenum">
              <a:rPr lang="en-US" smtClean="0"/>
              <a:t>‹#›</a:t>
            </a:fld>
            <a:endParaRPr lang="en-US"/>
          </a:p>
        </p:txBody>
      </p:sp>
    </p:spTree>
    <p:extLst>
      <p:ext uri="{BB962C8B-B14F-4D97-AF65-F5344CB8AC3E}">
        <p14:creationId xmlns:p14="http://schemas.microsoft.com/office/powerpoint/2010/main" val="23558762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87392-4ADC-EA43-9F7C-CD97FDA8C0B7}"/>
              </a:ext>
            </a:extLst>
          </p:cNvPr>
          <p:cNvSpPr>
            <a:spLocks noGrp="1"/>
          </p:cNvSpPr>
          <p:nvPr>
            <p:ph type="ctrTitle"/>
          </p:nvPr>
        </p:nvSpPr>
        <p:spPr>
          <a:xfrm>
            <a:off x="1524000" y="2222510"/>
            <a:ext cx="9144000" cy="2387600"/>
          </a:xfrm>
        </p:spPr>
        <p:txBody>
          <a:bodyPr/>
          <a:lstStyle/>
          <a:p>
            <a:r>
              <a:rPr lang="en-US" dirty="0">
                <a:solidFill>
                  <a:srgbClr val="7030A0"/>
                </a:solidFill>
                <a:latin typeface="Athelas" panose="02000503000000020003" pitchFamily="2" charset="77"/>
              </a:rPr>
              <a:t>ILORIN INNOVATION HUB</a:t>
            </a:r>
          </a:p>
        </p:txBody>
      </p:sp>
      <p:sp>
        <p:nvSpPr>
          <p:cNvPr id="3" name="Subtitle 2">
            <a:extLst>
              <a:ext uri="{FF2B5EF4-FFF2-40B4-BE49-F238E27FC236}">
                <a16:creationId xmlns:a16="http://schemas.microsoft.com/office/drawing/2014/main" id="{51C31845-1792-6345-B6A9-E46211374C0A}"/>
              </a:ext>
            </a:extLst>
          </p:cNvPr>
          <p:cNvSpPr>
            <a:spLocks noGrp="1"/>
          </p:cNvSpPr>
          <p:nvPr>
            <p:ph type="subTitle" idx="1"/>
          </p:nvPr>
        </p:nvSpPr>
        <p:spPr>
          <a:xfrm>
            <a:off x="1524000" y="4702185"/>
            <a:ext cx="9144000" cy="1655762"/>
          </a:xfrm>
        </p:spPr>
        <p:txBody>
          <a:bodyPr/>
          <a:lstStyle/>
          <a:p>
            <a:r>
              <a:rPr lang="en-US" dirty="0">
                <a:solidFill>
                  <a:srgbClr val="EC773E"/>
                </a:solidFill>
                <a:latin typeface="Athelas" panose="02000503000000020003" pitchFamily="2" charset="77"/>
              </a:rPr>
              <a:t>TECHNICAL FIT-OUT DESIGN PROPOSAL</a:t>
            </a:r>
          </a:p>
        </p:txBody>
      </p:sp>
      <p:pic>
        <p:nvPicPr>
          <p:cNvPr id="5" name="Picture 4" descr="Logo, company name&#10;&#10;Description automatically generated">
            <a:extLst>
              <a:ext uri="{FF2B5EF4-FFF2-40B4-BE49-F238E27FC236}">
                <a16:creationId xmlns:a16="http://schemas.microsoft.com/office/drawing/2014/main" id="{AB8F9D81-2C7D-8543-A7B0-3DBBB9E824BB}"/>
              </a:ext>
            </a:extLst>
          </p:cNvPr>
          <p:cNvPicPr>
            <a:picLocks noChangeAspect="1"/>
          </p:cNvPicPr>
          <p:nvPr/>
        </p:nvPicPr>
        <p:blipFill>
          <a:blip r:embed="rId2"/>
          <a:stretch>
            <a:fillRect/>
          </a:stretch>
        </p:blipFill>
        <p:spPr>
          <a:xfrm>
            <a:off x="4787900" y="334963"/>
            <a:ext cx="2616200" cy="1981200"/>
          </a:xfrm>
          <a:prstGeom prst="rect">
            <a:avLst/>
          </a:prstGeom>
        </p:spPr>
      </p:pic>
    </p:spTree>
    <p:extLst>
      <p:ext uri="{BB962C8B-B14F-4D97-AF65-F5344CB8AC3E}">
        <p14:creationId xmlns:p14="http://schemas.microsoft.com/office/powerpoint/2010/main" val="30563963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369DF1-B816-5F4B-8A3F-A21A66503427}"/>
              </a:ext>
            </a:extLst>
          </p:cNvPr>
          <p:cNvSpPr>
            <a:spLocks noGrp="1"/>
          </p:cNvSpPr>
          <p:nvPr>
            <p:ph type="title"/>
          </p:nvPr>
        </p:nvSpPr>
        <p:spPr/>
        <p:txBody>
          <a:bodyPr/>
          <a:lstStyle/>
          <a:p>
            <a:r>
              <a:rPr lang="en-US" b="1" dirty="0">
                <a:solidFill>
                  <a:srgbClr val="7030A0"/>
                </a:solidFill>
                <a:latin typeface="Athelas" panose="02000503000000020003" pitchFamily="2" charset="77"/>
              </a:rPr>
              <a:t>Office Design Proposal in Ilorin</a:t>
            </a:r>
            <a:endParaRPr lang="en-US" dirty="0">
              <a:solidFill>
                <a:srgbClr val="7030A0"/>
              </a:solidFill>
              <a:latin typeface="Athelas" panose="02000503000000020003" pitchFamily="2" charset="77"/>
            </a:endParaRPr>
          </a:p>
        </p:txBody>
      </p:sp>
      <p:sp>
        <p:nvSpPr>
          <p:cNvPr id="3" name="Content Placeholder 2">
            <a:extLst>
              <a:ext uri="{FF2B5EF4-FFF2-40B4-BE49-F238E27FC236}">
                <a16:creationId xmlns:a16="http://schemas.microsoft.com/office/drawing/2014/main" id="{532E71EE-D59E-0344-A669-9DB737B7DAA1}"/>
              </a:ext>
            </a:extLst>
          </p:cNvPr>
          <p:cNvSpPr>
            <a:spLocks noGrp="1"/>
          </p:cNvSpPr>
          <p:nvPr>
            <p:ph idx="1"/>
          </p:nvPr>
        </p:nvSpPr>
        <p:spPr/>
        <p:txBody>
          <a:bodyPr>
            <a:normAutofit lnSpcReduction="10000"/>
          </a:bodyPr>
          <a:lstStyle/>
          <a:p>
            <a:pPr marL="0" indent="0">
              <a:lnSpc>
                <a:spcPct val="150000"/>
              </a:lnSpc>
              <a:buNone/>
            </a:pPr>
            <a:r>
              <a:rPr lang="en-US" sz="1400" i="1" dirty="0">
                <a:solidFill>
                  <a:srgbClr val="EC773E"/>
                </a:solidFill>
                <a:latin typeface="Athelas" panose="02000503000000020003" pitchFamily="2" charset="77"/>
              </a:rPr>
              <a:t>The aim was to create a functional office able to impact upon wellbeing, motivation and productivity through the amplification of entrepreneurship. The design is characterized by a fluid gradual process from open offices to more private and enclosed workspaces, with zones that are task-specific and that encourage people to move, go for breaks, talk, have stand-up meetings etc. Furthermore, the aim was to establish an environment where people will prosper by achieving a sustainable design, aesthetically pleasing, with a good quality of the environment through an easy access to windows and to natural air ventilation, increasing health and wellbeing.</a:t>
            </a:r>
            <a:br>
              <a:rPr lang="en-US" sz="1400" i="1" dirty="0">
                <a:solidFill>
                  <a:srgbClr val="EC773E"/>
                </a:solidFill>
                <a:latin typeface="Athelas" panose="02000503000000020003" pitchFamily="2" charset="77"/>
              </a:rPr>
            </a:br>
            <a:endParaRPr lang="en-US" sz="1400" i="1" dirty="0">
              <a:solidFill>
                <a:srgbClr val="EC773E"/>
              </a:solidFill>
              <a:latin typeface="Athelas" panose="02000503000000020003" pitchFamily="2" charset="77"/>
            </a:endParaRPr>
          </a:p>
          <a:p>
            <a:pPr marL="0" indent="0">
              <a:lnSpc>
                <a:spcPct val="150000"/>
              </a:lnSpc>
              <a:buNone/>
            </a:pPr>
            <a:r>
              <a:rPr lang="en-US" sz="1400" i="1" dirty="0">
                <a:solidFill>
                  <a:srgbClr val="EC773E"/>
                </a:solidFill>
                <a:latin typeface="Athelas" panose="02000503000000020003" pitchFamily="2" charset="77"/>
              </a:rPr>
              <a:t>The internal layout form a cross where the minor axis constitute the entrance path while the major axis is the distributional one. On the right side a breakout area find place, serviced by a kitchen, bringing people together to eat, chat and meet, ideal for rest and creating intimate relationships, reinforcing the collegial and collaborative approach. At the left we find the workspace zone with an </a:t>
            </a:r>
            <a:r>
              <a:rPr lang="en-US" sz="1400" i="1" dirty="0" err="1">
                <a:solidFill>
                  <a:srgbClr val="EC773E"/>
                </a:solidFill>
                <a:latin typeface="Athelas" panose="02000503000000020003" pitchFamily="2" charset="77"/>
              </a:rPr>
              <a:t>inermediate</a:t>
            </a:r>
            <a:r>
              <a:rPr lang="en-US" sz="1400" i="1" dirty="0">
                <a:solidFill>
                  <a:srgbClr val="EC773E"/>
                </a:solidFill>
                <a:latin typeface="Athelas" panose="02000503000000020003" pitchFamily="2" charset="77"/>
              </a:rPr>
              <a:t> zone first characterized by movement and flexibility, allowing employees to seamlessly communicate, interact and collaborate (taking a drink, working on a laptop, taking notes while discussing relaxed with others etc.). Then we find an open office area where the cubicles are tearing down and where every person works individually but at the same time provides collaboration, interaction and team building possibilities. Finally, we have more private zones that offer complete privacy (for phone calls or focus work etc.).</a:t>
            </a:r>
          </a:p>
          <a:p>
            <a:pPr marL="0" indent="0">
              <a:lnSpc>
                <a:spcPct val="150000"/>
              </a:lnSpc>
              <a:buNone/>
            </a:pPr>
            <a:endParaRPr lang="en-US" sz="1400" i="1" dirty="0">
              <a:solidFill>
                <a:srgbClr val="EC773E"/>
              </a:solidFill>
              <a:latin typeface="Athelas" panose="02000503000000020003" pitchFamily="2" charset="77"/>
            </a:endParaRPr>
          </a:p>
        </p:txBody>
      </p:sp>
    </p:spTree>
    <p:extLst>
      <p:ext uri="{BB962C8B-B14F-4D97-AF65-F5344CB8AC3E}">
        <p14:creationId xmlns:p14="http://schemas.microsoft.com/office/powerpoint/2010/main" val="30101071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picture containing indoor, living, wall, floor&#10;&#10;Description automatically generated">
            <a:extLst>
              <a:ext uri="{FF2B5EF4-FFF2-40B4-BE49-F238E27FC236}">
                <a16:creationId xmlns:a16="http://schemas.microsoft.com/office/drawing/2014/main" id="{11CBF627-6A48-5C4D-9F7F-6A9DB04A17BD}"/>
              </a:ext>
            </a:extLst>
          </p:cNvPr>
          <p:cNvPicPr>
            <a:picLocks noGrp="1" noChangeAspect="1"/>
          </p:cNvPicPr>
          <p:nvPr>
            <p:ph idx="1"/>
          </p:nvPr>
        </p:nvPicPr>
        <p:blipFill>
          <a:blip r:embed="rId2"/>
          <a:stretch>
            <a:fillRect/>
          </a:stretch>
        </p:blipFill>
        <p:spPr>
          <a:xfrm>
            <a:off x="1534215" y="365125"/>
            <a:ext cx="9123569" cy="6083466"/>
          </a:xfrm>
        </p:spPr>
      </p:pic>
    </p:spTree>
    <p:extLst>
      <p:ext uri="{BB962C8B-B14F-4D97-AF65-F5344CB8AC3E}">
        <p14:creationId xmlns:p14="http://schemas.microsoft.com/office/powerpoint/2010/main" val="16688123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A person walking in an office&#10;&#10;Description automatically generated with low confidence">
            <a:extLst>
              <a:ext uri="{FF2B5EF4-FFF2-40B4-BE49-F238E27FC236}">
                <a16:creationId xmlns:a16="http://schemas.microsoft.com/office/drawing/2014/main" id="{6EB5CFCF-CAE0-E04D-9319-946E89E1A8BC}"/>
              </a:ext>
            </a:extLst>
          </p:cNvPr>
          <p:cNvPicPr>
            <a:picLocks noGrp="1" noChangeAspect="1"/>
          </p:cNvPicPr>
          <p:nvPr>
            <p:ph idx="1"/>
          </p:nvPr>
        </p:nvPicPr>
        <p:blipFill>
          <a:blip r:embed="rId2"/>
          <a:stretch>
            <a:fillRect/>
          </a:stretch>
        </p:blipFill>
        <p:spPr>
          <a:xfrm>
            <a:off x="957243" y="455612"/>
            <a:ext cx="10277514" cy="5946775"/>
          </a:xfrm>
        </p:spPr>
      </p:pic>
    </p:spTree>
    <p:extLst>
      <p:ext uri="{BB962C8B-B14F-4D97-AF65-F5344CB8AC3E}">
        <p14:creationId xmlns:p14="http://schemas.microsoft.com/office/powerpoint/2010/main" val="1169665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21637</TotalTime>
  <Words>287</Words>
  <Application>Microsoft Macintosh PowerPoint</Application>
  <PresentationFormat>Widescreen</PresentationFormat>
  <Paragraphs>5</Paragraphs>
  <Slides>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Arial</vt:lpstr>
      <vt:lpstr>Athelas</vt:lpstr>
      <vt:lpstr>Calibri</vt:lpstr>
      <vt:lpstr>Calibri Light</vt:lpstr>
      <vt:lpstr>Office Theme</vt:lpstr>
      <vt:lpstr>ILORIN INNOVATION HUB</vt:lpstr>
      <vt:lpstr>Office Design Proposal in Ilorin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ILORIN INNOVATION HUB</dc:title>
  <dc:creator>Temi Kolawole</dc:creator>
  <cp:lastModifiedBy>Temi Kolawole</cp:lastModifiedBy>
  <cp:revision>2</cp:revision>
  <cp:lastPrinted>2022-02-16T17:00:05Z</cp:lastPrinted>
  <dcterms:created xsi:type="dcterms:W3CDTF">2022-02-16T16:52:51Z</dcterms:created>
  <dcterms:modified xsi:type="dcterms:W3CDTF">2022-03-03T17:30:51Z</dcterms:modified>
</cp:coreProperties>
</file>