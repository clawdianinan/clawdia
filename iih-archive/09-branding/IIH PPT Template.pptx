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63" r:id="rId4"/>
    <p:sldId id="261" r:id="rId5"/>
  </p:sldIdLst>
  <p:sldSz cx="9144000" cy="5143500" type="screen16x9"/>
  <p:notesSz cx="6858000" cy="9144000"/>
  <p:embeddedFontLst>
    <p:embeddedFont>
      <p:font typeface="Avenir" panose="02000503020000020003" pitchFamily="2" charset="0"/>
      <p:regular r:id="rId7"/>
      <p:italic r:id="rId8"/>
    </p:embeddedFont>
    <p:embeddedFont>
      <p:font typeface="Avenir Book" panose="02000503020000020003" pitchFamily="2" charset="0"/>
      <p:regular r:id="rId9"/>
      <p:italic r:id="rId10"/>
    </p:embeddedFont>
    <p:embeddedFont>
      <p:font typeface="Helvetica Neue" panose="02000503000000020004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557"/>
  </p:normalViewPr>
  <p:slideViewPr>
    <p:cSldViewPr snapToGrid="0">
      <p:cViewPr varScale="1">
        <p:scale>
          <a:sx n="121" d="100"/>
          <a:sy n="121" d="100"/>
        </p:scale>
        <p:origin x="1264" y="4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315e328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315e328b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39187217-619E-FDD7-A944-EF26C910A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315e328b_0_4:notes">
            <a:extLst>
              <a:ext uri="{FF2B5EF4-FFF2-40B4-BE49-F238E27FC236}">
                <a16:creationId xmlns:a16="http://schemas.microsoft.com/office/drawing/2014/main" id="{9E553C06-CB4D-00E5-7C00-ABB5E4915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315e328b_0_4:notes">
            <a:extLst>
              <a:ext uri="{FF2B5EF4-FFF2-40B4-BE49-F238E27FC236}">
                <a16:creationId xmlns:a16="http://schemas.microsoft.com/office/drawing/2014/main" id="{E44C0CDB-E629-5B02-1B1F-BC6F4F8F09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2661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1315e328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61315e328b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14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hs bg.png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-4463"/>
            <a:ext cx="9143997" cy="514796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414225" y="1697425"/>
            <a:ext cx="8204258" cy="101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Youth as Drivers of Change</a:t>
            </a:r>
            <a:endParaRPr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414224" y="2647950"/>
            <a:ext cx="4946051" cy="63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Inclusive Engagement In Action Workshop</a:t>
            </a:r>
            <a:endParaRPr lang="en-US" sz="2600" dirty="0">
              <a:solidFill>
                <a:schemeClr val="bg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14225" y="3785450"/>
            <a:ext cx="1380900" cy="33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September 23 2025</a:t>
            </a:r>
            <a:endParaRPr sz="14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414225" y="4282774"/>
            <a:ext cx="4693804" cy="310501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Temi Kolawole, Managing Director Ilorin Innovation Hub</a:t>
            </a:r>
            <a:endParaRPr sz="14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9" name="Google Shape;59;p13" title="IIH powered by IHS 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2525" y="550225"/>
            <a:ext cx="1870474" cy="79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7525" y="7525"/>
            <a:ext cx="9144000" cy="620700"/>
          </a:xfrm>
          <a:prstGeom prst="rect">
            <a:avLst/>
          </a:prstGeom>
          <a:solidFill>
            <a:srgbClr val="002D1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4" title="longer bord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5025"/>
            <a:ext cx="9144003" cy="18305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146025" y="91299"/>
            <a:ext cx="8520600" cy="2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EFFFEF"/>
                </a:solidFill>
                <a:latin typeface="Avenir Book" panose="02000503020000020003" pitchFamily="2" charset="0"/>
                <a:ea typeface="Helvetica Neue"/>
                <a:cs typeface="Helvetica Neue"/>
                <a:sym typeface="Helvetica Neue"/>
              </a:rPr>
              <a:t>Youth as Drivers of Change</a:t>
            </a:r>
            <a:endParaRPr sz="1200" b="1" dirty="0">
              <a:solidFill>
                <a:srgbClr val="EFFFEF"/>
              </a:solidFill>
              <a:latin typeface="Avenir Book" panose="02000503020000020003" pitchFamily="2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9225" y="756830"/>
            <a:ext cx="8520600" cy="553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Opening Context</a:t>
            </a:r>
            <a:endParaRPr b="1" dirty="0">
              <a:solidFill>
                <a:schemeClr val="dk1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68" name="Google Shape;68;p14"/>
          <p:cNvCxnSpPr/>
          <p:nvPr/>
        </p:nvCxnSpPr>
        <p:spPr>
          <a:xfrm>
            <a:off x="-7525" y="4706725"/>
            <a:ext cx="9149400" cy="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4" title="IIH powered by IHS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225" y="4781674"/>
            <a:ext cx="676905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7;p14">
            <a:extLst>
              <a:ext uri="{FF2B5EF4-FFF2-40B4-BE49-F238E27FC236}">
                <a16:creationId xmlns:a16="http://schemas.microsoft.com/office/drawing/2014/main" id="{18EB6480-4F45-6F2C-BD77-52CDDBF97493}"/>
              </a:ext>
            </a:extLst>
          </p:cNvPr>
          <p:cNvSpPr txBox="1">
            <a:spLocks/>
          </p:cNvSpPr>
          <p:nvPr/>
        </p:nvSpPr>
        <p:spPr>
          <a:xfrm>
            <a:off x="306875" y="1383629"/>
            <a:ext cx="4538394" cy="3248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2400" dirty="0">
                <a:latin typeface="Avenir Book" panose="02000503020000020003" pitchFamily="2" charset="0"/>
              </a:rPr>
              <a:t>“When we talk about inclusion, it’s not just about inviting people into the room — it’s about making sure they have the tools, skills, and confidence to shape the agenda in that room.”</a:t>
            </a:r>
          </a:p>
        </p:txBody>
      </p:sp>
      <p:pic>
        <p:nvPicPr>
          <p:cNvPr id="4" name="Picture 3" descr="A group of people around a table with laptops&#10;&#10;AI-generated content may be incorrect.">
            <a:extLst>
              <a:ext uri="{FF2B5EF4-FFF2-40B4-BE49-F238E27FC236}">
                <a16:creationId xmlns:a16="http://schemas.microsoft.com/office/drawing/2014/main" id="{3F2637E7-F391-880E-C470-304B8120FD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2221" y="1009741"/>
            <a:ext cx="3414404" cy="34144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022442C1-02DE-22BA-F363-0A7B4DB40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people with green hair and green sweaters&#10;&#10;AI-generated content may be incorrect.">
            <a:extLst>
              <a:ext uri="{FF2B5EF4-FFF2-40B4-BE49-F238E27FC236}">
                <a16:creationId xmlns:a16="http://schemas.microsoft.com/office/drawing/2014/main" id="{2D2E2D28-8ACB-14D4-1E69-37C38974D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641" y="1033655"/>
            <a:ext cx="3771089" cy="3771089"/>
          </a:xfrm>
          <a:prstGeom prst="rect">
            <a:avLst/>
          </a:prstGeom>
        </p:spPr>
      </p:pic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C503889E-7248-CD0B-4FB8-949666D6086C}"/>
              </a:ext>
            </a:extLst>
          </p:cNvPr>
          <p:cNvSpPr/>
          <p:nvPr/>
        </p:nvSpPr>
        <p:spPr>
          <a:xfrm>
            <a:off x="7525" y="7525"/>
            <a:ext cx="9144000" cy="620700"/>
          </a:xfrm>
          <a:prstGeom prst="rect">
            <a:avLst/>
          </a:prstGeom>
          <a:solidFill>
            <a:srgbClr val="002D1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4" title="longer border.png">
            <a:extLst>
              <a:ext uri="{FF2B5EF4-FFF2-40B4-BE49-F238E27FC236}">
                <a16:creationId xmlns:a16="http://schemas.microsoft.com/office/drawing/2014/main" id="{D94F923D-E061-85BF-C03E-97CB2259928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5025"/>
            <a:ext cx="9144003" cy="18305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7669B13C-2E74-AE3E-1482-1799E1CEEF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025" y="91299"/>
            <a:ext cx="8520600" cy="2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EFFFEF"/>
                </a:solidFill>
                <a:latin typeface="Avenir Book" panose="02000503020000020003" pitchFamily="2" charset="0"/>
                <a:ea typeface="Helvetica Neue"/>
                <a:cs typeface="Helvetica Neue"/>
                <a:sym typeface="Helvetica Neue"/>
              </a:rPr>
              <a:t>Youth as Drivers of Change</a:t>
            </a:r>
            <a:endParaRPr sz="1200" b="1" dirty="0">
              <a:solidFill>
                <a:srgbClr val="EFFFEF"/>
              </a:solidFill>
              <a:latin typeface="Avenir Book" panose="02000503020000020003" pitchFamily="2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16850705-CD94-97EF-9CB6-E6DFF0F000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9225" y="756830"/>
            <a:ext cx="8520600" cy="553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chemeClr val="tx1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Opening Context</a:t>
            </a:r>
            <a:endParaRPr b="1" dirty="0">
              <a:solidFill>
                <a:schemeClr val="tx1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68" name="Google Shape;68;p14">
            <a:extLst>
              <a:ext uri="{FF2B5EF4-FFF2-40B4-BE49-F238E27FC236}">
                <a16:creationId xmlns:a16="http://schemas.microsoft.com/office/drawing/2014/main" id="{2FF7B269-48C7-D50D-96E0-6EBF25143D5A}"/>
              </a:ext>
            </a:extLst>
          </p:cNvPr>
          <p:cNvCxnSpPr/>
          <p:nvPr/>
        </p:nvCxnSpPr>
        <p:spPr>
          <a:xfrm>
            <a:off x="-7525" y="4706725"/>
            <a:ext cx="9149400" cy="1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4" title="IIH powered by IHS 1.png">
            <a:extLst>
              <a:ext uri="{FF2B5EF4-FFF2-40B4-BE49-F238E27FC236}">
                <a16:creationId xmlns:a16="http://schemas.microsoft.com/office/drawing/2014/main" id="{7C85B0B5-DB24-1ECC-0DAB-02EEDD6B3E5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25" y="4781674"/>
            <a:ext cx="676905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7;p14">
            <a:extLst>
              <a:ext uri="{FF2B5EF4-FFF2-40B4-BE49-F238E27FC236}">
                <a16:creationId xmlns:a16="http://schemas.microsoft.com/office/drawing/2014/main" id="{293F07E2-E624-C131-7927-2AF280450FFB}"/>
              </a:ext>
            </a:extLst>
          </p:cNvPr>
          <p:cNvSpPr txBox="1">
            <a:spLocks/>
          </p:cNvSpPr>
          <p:nvPr/>
        </p:nvSpPr>
        <p:spPr>
          <a:xfrm>
            <a:off x="306875" y="1383629"/>
            <a:ext cx="5147994" cy="3070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sz="2400" dirty="0">
                <a:latin typeface="Avenir Book" panose="02000503020000020003" pitchFamily="2" charset="0"/>
              </a:rPr>
              <a:t>Inclusion is more than access – it’s about shaping the agenda.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Avenir Book" panose="02000503020000020003" pitchFamily="2" charset="0"/>
              </a:rPr>
              <a:t>Nigeria’s youth majority = powerful engine for inclusive growth.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Avenir Book" panose="02000503020000020003" pitchFamily="2" charset="0"/>
              </a:rPr>
              <a:t>Youth are not passive recipients, but active drivers of change.</a:t>
            </a:r>
          </a:p>
        </p:txBody>
      </p:sp>
    </p:spTree>
    <p:extLst>
      <p:ext uri="{BB962C8B-B14F-4D97-AF65-F5344CB8AC3E}">
        <p14:creationId xmlns:p14="http://schemas.microsoft.com/office/powerpoint/2010/main" val="3460153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14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8" title="Ihs bg.png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-4463"/>
            <a:ext cx="9143997" cy="514796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>
            <a:spLocks noGrp="1"/>
          </p:cNvSpPr>
          <p:nvPr>
            <p:ph type="ctrTitle"/>
          </p:nvPr>
        </p:nvSpPr>
        <p:spPr>
          <a:xfrm>
            <a:off x="2814000" y="2008975"/>
            <a:ext cx="3516000" cy="101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you.</a:t>
            </a:r>
            <a:endParaRPr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110</Words>
  <Application>Microsoft Macintosh PowerPoint</Application>
  <PresentationFormat>On-screen Show (16:9)</PresentationFormat>
  <Paragraphs>13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Avenir Book</vt:lpstr>
      <vt:lpstr>Wingdings</vt:lpstr>
      <vt:lpstr>Helvetica Neue</vt:lpstr>
      <vt:lpstr>Avenir</vt:lpstr>
      <vt:lpstr>Simple Light</vt:lpstr>
      <vt:lpstr>Youth as Drivers of Change</vt:lpstr>
      <vt:lpstr>Youth as Drivers of Change</vt:lpstr>
      <vt:lpstr>Youth as Drivers of Change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Temi Kolawole</cp:lastModifiedBy>
  <cp:revision>9</cp:revision>
  <dcterms:modified xsi:type="dcterms:W3CDTF">2026-02-24T16:00:36Z</dcterms:modified>
</cp:coreProperties>
</file>